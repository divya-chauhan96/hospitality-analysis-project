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3" r:id="rId6"/>
    <p:sldId id="266" r:id="rId7"/>
    <p:sldId id="267" r:id="rId8"/>
    <p:sldId id="271" r:id="rId9"/>
    <p:sldId id="270" r:id="rId10"/>
    <p:sldId id="269" r:id="rId11"/>
    <p:sldId id="268" r:id="rId12"/>
    <p:sldId id="272" r:id="rId13"/>
    <p:sldId id="273" r:id="rId14"/>
    <p:sldId id="261" r:id="rId15"/>
    <p:sldId id="264" r:id="rId16"/>
    <p:sldId id="262" r:id="rId17"/>
    <p:sldId id="260" r:id="rId18"/>
    <p:sldId id="2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565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22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3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89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97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9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181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40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642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455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2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111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2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556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047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74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82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15960D-68EE-4853-8085-45B5A967B204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A074DBF-8A1C-48DD-B844-AC35BC50C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5840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BFAC1-D590-D922-F953-492A07C4C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81" y="334297"/>
            <a:ext cx="11946194" cy="81607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Hospitality Analysis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95324-6FF3-7AA1-4DB7-B0DD845E9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194" y="2890685"/>
            <a:ext cx="9144000" cy="34511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Presented by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Divya Chauhan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Nazuka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Pol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Nadim Ansari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Harshit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Devinder Singh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Hema Nandhini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FB41F-242E-11C5-B4B4-E0F7B52C94DD}"/>
              </a:ext>
            </a:extLst>
          </p:cNvPr>
          <p:cNvSpPr txBox="1"/>
          <p:nvPr/>
        </p:nvSpPr>
        <p:spPr>
          <a:xfrm>
            <a:off x="0" y="1819211"/>
            <a:ext cx="12123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End-to-End Data Analysis &amp; Visualization using SQL &amp; BI Tools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59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8CA-11EA-F036-0DAA-3E8A3E5CC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72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Project Overview </a:t>
            </a:r>
            <a:endParaRPr lang="en-IN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60A9-32E2-2EF7-2B70-568EFFBB4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30477"/>
            <a:ext cx="10131425" cy="406072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US" dirty="0"/>
              <a:t> 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</a:rPr>
              <a:t>To uncover business insights and key trends in hotel performance using data-driven analysis.</a:t>
            </a:r>
          </a:p>
          <a:p>
            <a:r>
              <a:rPr lang="en-US" altLang="en-US" sz="2400" b="1" dirty="0">
                <a:latin typeface="Arial" panose="020B0604020202020204" pitchFamily="34" charset="0"/>
              </a:rPr>
              <a:t>Tools Used 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           </a:t>
            </a:r>
            <a:r>
              <a:rPr lang="en-US" altLang="en-US" sz="2400" dirty="0">
                <a:latin typeface="Arial" panose="020B0604020202020204" pitchFamily="34" charset="0"/>
              </a:rPr>
              <a:t>Excel – Data Cleaning &amp; Modelling</a:t>
            </a:r>
          </a:p>
          <a:p>
            <a:pPr marL="0" indent="0"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            Power BI – Interactive dashboards with DAX</a:t>
            </a:r>
          </a:p>
          <a:p>
            <a:pPr marL="0" indent="0"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            Tableau – Advanced visuals &amp; mapping</a:t>
            </a:r>
          </a:p>
          <a:p>
            <a:pPr marL="0" indent="0"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             SQL - Backend Data </a:t>
            </a:r>
            <a:r>
              <a:rPr lang="en-US" altLang="en-US" sz="2400" dirty="0" err="1">
                <a:latin typeface="Arial" panose="020B0604020202020204" pitchFamily="34" charset="0"/>
              </a:rPr>
              <a:t>Preperation</a:t>
            </a:r>
            <a:endParaRPr lang="en-US" altLang="en-US" sz="2400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IN" sz="2000" dirty="0">
              <a:solidFill>
                <a:srgbClr val="1E1E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3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1E2F-C113-0729-1263-510FDA76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216311"/>
            <a:ext cx="11828207" cy="983224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Key Performance Indicators </a:t>
            </a:r>
            <a:endParaRPr lang="en-IN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E85BF-F6B2-6DD4-08E0-B4CA525F0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Revenue Performance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Booking Trends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Occupancy Analysis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Cancellation Analysis 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Room Category &amp; Class Performance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Booking Platform Performance 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Hotel &amp; City wise Analysis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Weekday vs Weekend Analysis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69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BA5C-0F14-E3FB-7CC7-CB2F0D26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8" y="108155"/>
            <a:ext cx="11759382" cy="79641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Data Modelling [ Diagram ]</a:t>
            </a:r>
            <a:endParaRPr lang="en-IN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021E5F-0BDD-2E8D-A09F-50E520F08D2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-1" y="1720840"/>
            <a:ext cx="45621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diagram follows a star schema with two fact tables ‘Bookings’ &amp; ‘Aggregated Bookings’ and three dimension tables ‘Date’ , Room’ &amp; ’Hotels’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All tables are connected through many to one relationship enabling </a:t>
            </a:r>
            <a:r>
              <a:rPr lang="en-US" altLang="en-US" sz="2400" dirty="0" err="1">
                <a:latin typeface="Arial" panose="020B0604020202020204" pitchFamily="34" charset="0"/>
              </a:rPr>
              <a:t>seemless</a:t>
            </a:r>
            <a:r>
              <a:rPr lang="en-US" altLang="en-US" sz="2400" dirty="0">
                <a:latin typeface="Arial" panose="020B0604020202020204" pitchFamily="34" charset="0"/>
              </a:rPr>
              <a:t> reporting and aggregation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36A9C-B961-C0F1-3744-FC66814C1B3A}"/>
              </a:ext>
            </a:extLst>
          </p:cNvPr>
          <p:cNvSpPr txBox="1"/>
          <p:nvPr/>
        </p:nvSpPr>
        <p:spPr>
          <a:xfrm>
            <a:off x="481781" y="5027956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B8CF2DE-F9D6-7C99-6A60-1481B737CB8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2" r="8092"/>
          <a:stretch>
            <a:fillRect/>
          </a:stretch>
        </p:blipFill>
        <p:spPr>
          <a:xfrm>
            <a:off x="4395788" y="914400"/>
            <a:ext cx="7702550" cy="5943600"/>
          </a:xfrm>
        </p:spPr>
      </p:pic>
    </p:spTree>
    <p:extLst>
      <p:ext uri="{BB962C8B-B14F-4D97-AF65-F5344CB8AC3E}">
        <p14:creationId xmlns:p14="http://schemas.microsoft.com/office/powerpoint/2010/main" val="335779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E004-8275-C275-E766-626F5C0D2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>
                <a:latin typeface="Arial" panose="020B0604020202020204" pitchFamily="34" charset="0"/>
                <a:cs typeface="Arial" panose="020B0604020202020204" pitchFamily="34" charset="0"/>
              </a:rPr>
              <a:t>Dashboard Summary</a:t>
            </a:r>
            <a:br>
              <a:rPr lang="en-US" sz="1050" dirty="0"/>
            </a:br>
            <a:endParaRPr lang="en-IN" sz="10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D3109-22E0-1C16-CE15-BA3CBDC06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dashboard provides an overview of hospitality performance through: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City wise booking distribution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Revenue breakdown by room category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Hotel wise revenue across cities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Booking platform segmentation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Customer Rating spread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Weekday vs Weekend Revenue and Total Bookings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95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742BD5-C4AE-5E63-AB63-0DB014844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73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F62FA5-6EB1-D5AA-5F48-22F690636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7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12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4B2E-5FDE-C52F-BD8A-13A82CBE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16064-2A57-5639-1EB7-FBF5CB46C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D0B9-FA9D-3C0A-285C-ED515499B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86599-A67C-28B1-5120-75EED5150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7483"/>
            <a:ext cx="12192000" cy="710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00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9BC5-C575-CB62-0320-7C7BC0AA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FECB0B-2321-4336-ABAD-90C65181D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6981"/>
            <a:ext cx="12192000" cy="703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82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F876-D66C-16AE-4030-0045F1CB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692C5-40EE-9250-E72A-9DA20BAEE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0113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FA0535-0B7C-8152-D746-EA6E8F5D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2" y="2354132"/>
            <a:ext cx="9316750" cy="17962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9FD21E-79F6-E885-5902-D6AF675BA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926" y="4493082"/>
            <a:ext cx="9097645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81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C5ECE8-8968-53B9-42BF-CA05CB857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97" y="747252"/>
            <a:ext cx="11597366" cy="2276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0490F-1914-5916-0927-E69C20185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97" y="3740227"/>
            <a:ext cx="11688806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54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2C7474-52BE-A137-F0F1-280FDB8B7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35" y="292509"/>
            <a:ext cx="4953691" cy="2857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54DC07-EA4A-AEB2-4563-A21466E6F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494" y="292509"/>
            <a:ext cx="5204482" cy="28578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5DAD47-9953-A81C-C5D5-C2DD1FAE1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79" y="3871424"/>
            <a:ext cx="4953691" cy="25269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C7FA2CB-C9B9-E38C-C3D3-D69BA55935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54812"/>
            <a:ext cx="5119976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26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3B83-FB1E-7271-8B4C-5900912B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7" y="196645"/>
            <a:ext cx="10515600" cy="739365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F281-E599-F5BE-CA8F-785186AB2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839"/>
            <a:ext cx="10515600" cy="470212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Mumbai had the highest bookings(43.46K),followed by Hyderabad , Bangalore and Delhi.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Luxury rooms generated the majority of revenue (1,052.75 M,62%) whereas Business Category generated revenue (656.02 M , 38%)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Atliq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Exotica in Mumbai was the top performing hotel with 212.44 M in revenue 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Direct and third party platforms like ‘Make my Trip’ and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Tripster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 are widely used ,indicating need for omni channel strategy.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Customer Ratings very widely emphasizing importance of feedback capture and quality improvement. 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498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E07BFBF-C100-F79D-745F-DADD6D903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7968" y="265538"/>
            <a:ext cx="88248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B9CA8-ACB3-6EE5-3F18-6C4BC401B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Balance weekday promotions to boost occupancy.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Reduce cancellation rate via prepayment offers.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Increase suite room marketing in high revenue cities.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Monitor performance using BI dashboards monthly.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839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B491-CD11-910D-6B2E-63386C1E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  <a:br>
              <a:rPr lang="en-US" sz="1600" dirty="0"/>
            </a:b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696D4-6066-E11D-FCCA-028363D88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995"/>
            <a:ext cx="9878961" cy="424753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Integrate real time data updates for live dashboarding.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 customer feedback data for sentiments based insights.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Automate data quality checks and anomaly detection.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Implement predictive analysis for occupancy and revenue forecasting.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Expand dashboard to include year over year comparisons and competitor benchmarks .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838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321AB-2B20-6F7A-61F1-92C625F8D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8"/>
            <a:ext cx="10515600" cy="1052052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endParaRPr lang="en-IN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AF668-118F-76F3-3B08-2EF89B9F4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55175"/>
            <a:ext cx="10749115" cy="510294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 and inconsistent data ( e.g. booking status , room types , rating).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Complex joins required to maintain relationship across fact and dimension tables.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Cancellation Handling affected revenue and occupancy calculations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Time based Analysis ( weekday vs weekend , monthly trends ) needed special logic ).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 performance issues when working with large datasets.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Lost connection while running query of stored procedure because of complex joins and using group  by clause on multiple columns 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932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E760-E9DE-A91B-C9B8-7CCE5E4F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643546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CD2E-7465-53CE-82AB-401A7F434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65057"/>
            <a:ext cx="10515600" cy="1101213"/>
          </a:xfrm>
        </p:spPr>
        <p:txBody>
          <a:bodyPr/>
          <a:lstStyle/>
          <a:p>
            <a:r>
              <a:rPr lang="en-US" dirty="0"/>
              <a:t>Thank You !</a:t>
            </a:r>
          </a:p>
          <a:p>
            <a:r>
              <a:rPr lang="en-US" dirty="0"/>
              <a:t>Please feel free to ask any questions!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1793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87</TotalTime>
  <Words>465</Words>
  <Application>Microsoft Office PowerPoint</Application>
  <PresentationFormat>Widescreen</PresentationFormat>
  <Paragraphs>63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Celestial</vt:lpstr>
      <vt:lpstr>Hospitality Analysis</vt:lpstr>
      <vt:lpstr>Project Overview </vt:lpstr>
      <vt:lpstr>Key Performance Indicators </vt:lpstr>
      <vt:lpstr>Data Modelling [ Diagram ]</vt:lpstr>
      <vt:lpstr>Dashboard Summary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Business Recommendations</vt:lpstr>
      <vt:lpstr>Future Enhancements </vt:lpstr>
      <vt:lpstr>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chauhan</dc:creator>
  <cp:lastModifiedBy>Divya chauhan</cp:lastModifiedBy>
  <cp:revision>1</cp:revision>
  <dcterms:created xsi:type="dcterms:W3CDTF">2025-07-14T17:30:45Z</dcterms:created>
  <dcterms:modified xsi:type="dcterms:W3CDTF">2025-07-14T18:57:57Z</dcterms:modified>
</cp:coreProperties>
</file>